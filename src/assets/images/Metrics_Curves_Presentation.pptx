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Curves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of object detection model performance using confidence-based metrics.</a:t>
            </a:r>
          </a:p>
          <a:p>
            <a:r>
              <a:t>Classes analyzed: Paper, Plastic, and Overall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F1–Confidence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balance between Precision and Recall.</a:t>
            </a:r>
          </a:p>
          <a:p>
            <a:r>
              <a:t>Best F1 ≈ 0.57 at confidence ≈ 0.48.</a:t>
            </a:r>
          </a:p>
          <a:p>
            <a:r>
              <a:t>Plastic outperforms Paper consistently.</a:t>
            </a:r>
          </a:p>
          <a:p>
            <a:r>
              <a:t>Paper F1 is unstable due to fewer samples and visual similarity.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Interpretation: F1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Optimal confidence threshold: 0.45–0.50.</a:t>
            </a:r>
          </a:p>
          <a:p>
            <a:r>
              <a:t>Provides best balance between false positives and false negatives.</a:t>
            </a:r>
          </a:p>
          <a:p>
            <a:r>
              <a:t>Plastic objects are easier to detect due to distinct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Precision–Confidence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Precision increases as confidence increases.</a:t>
            </a:r>
          </a:p>
          <a:p>
            <a:r>
              <a:t>Plastic precision reaches 0.95–1.00 at high confidence.</a:t>
            </a:r>
          </a:p>
          <a:p>
            <a:r>
              <a:t>Overall precision reaches 1.00 at confidence ≈ 0.93.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Interpretation: Precision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confidence = very reliable predictions.</a:t>
            </a:r>
          </a:p>
          <a:p>
            <a:r>
              <a:t>However, high thresholds reduce recall.</a:t>
            </a:r>
          </a:p>
          <a:p>
            <a:r>
              <a:t>Paper requires higher confidence to be reliable.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Precision–Recall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trade-off between precision and recall.</a:t>
            </a:r>
          </a:p>
          <a:p>
            <a:r>
              <a:t>mAP@0.5 values:</a:t>
            </a:r>
          </a:p>
          <a:p>
            <a:r>
              <a:t>- Plastic ≈ 0.761</a:t>
            </a:r>
          </a:p>
          <a:p>
            <a:r>
              <a:t>- Paper ≈ 0.476</a:t>
            </a:r>
          </a:p>
          <a:p>
            <a:r>
              <a:t>- Overall ≈ 0.618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Interpretation: PR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Plastic maintains strong performance across recall levels.</a:t>
            </a:r>
          </a:p>
          <a:p>
            <a:r>
              <a:t>Paper performance drops rapidly.</a:t>
            </a:r>
          </a:p>
          <a:p>
            <a:r>
              <a:t>Confirms class imbalance issue.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Recall–Confidence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Recall decreases as confidence increases.</a:t>
            </a:r>
          </a:p>
          <a:p>
            <a:r>
              <a:t>Initial recall:</a:t>
            </a:r>
          </a:p>
          <a:p>
            <a:r>
              <a:t>- Plastic ≈ 0.62</a:t>
            </a:r>
          </a:p>
          <a:p>
            <a:r>
              <a:t>- Paper ≈ 0.36</a:t>
            </a:r>
          </a:p>
          <a:p>
            <a:r>
              <a:t>Sharp drop after confidence &gt; 0.7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confidence reduces false positives but increases missed detections.</a:t>
            </a:r>
          </a:p>
          <a:p>
            <a:r>
              <a:t>A balanced confidence threshold is critical.</a:t>
            </a:r>
          </a:p>
          <a:p>
            <a:r>
              <a:t>General waste fallback helps capture missed objects.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